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8B1F0-3A04-518C-DDBA-781198332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6532" y="1964267"/>
            <a:ext cx="9787467" cy="2421464"/>
          </a:xfrm>
        </p:spPr>
        <p:txBody>
          <a:bodyPr/>
          <a:lstStyle/>
          <a:p>
            <a:r>
              <a:rPr lang="en-US" dirty="0"/>
              <a:t>Stock Market Prediction and Sentiment Analysis</a:t>
            </a:r>
            <a:br>
              <a:rPr lang="en-US" dirty="0"/>
            </a:br>
            <a:r>
              <a:rPr lang="en-US" dirty="0"/>
              <a:t>using LSTM and </a:t>
            </a:r>
            <a:r>
              <a:rPr lang="en-US" dirty="0" err="1"/>
              <a:t>FinBERT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B4F96-964A-2469-361C-EC4BC357A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2300031303</a:t>
            </a:r>
          </a:p>
          <a:p>
            <a:r>
              <a:rPr lang="en-US" dirty="0"/>
              <a:t>2300032054</a:t>
            </a:r>
          </a:p>
          <a:p>
            <a:r>
              <a:rPr lang="en-US" dirty="0"/>
              <a:t>2300031113</a:t>
            </a:r>
          </a:p>
        </p:txBody>
      </p:sp>
    </p:spTree>
    <p:extLst>
      <p:ext uri="{BB962C8B-B14F-4D97-AF65-F5344CB8AC3E}">
        <p14:creationId xmlns:p14="http://schemas.microsoft.com/office/powerpoint/2010/main" val="3476701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DCA5-0132-2115-FC02-F147C582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8C05DF-5A6C-DA99-D8D9-8D10B51C0F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981475"/>
            <a:ext cx="1108983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This project predicts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market trends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combining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price 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news sentiment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LSTM neural network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to analyze past stock prices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forecast future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FinBERT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NLP model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to analyze financial news sentiment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Positive, Negative, or Neutral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Both predictions are combined to generate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market trend: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 / DOWN / NEUTRAL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system helps investors make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582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FBE0-D879-16EA-5296-CD28271D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1B4C8A-D851-06E4-CE98-970B83A179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258473"/>
            <a:ext cx="1081097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Stock market prediction is complex due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volatility and uncertainty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Traditional methods fail to capture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hidden patterns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emotional market behavior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Machine Learning and Deep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analyze large-scale historical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textual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LSTM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captures time-based patterns in stock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FinBERT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understands financial news sentiment using NLP.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This project integrates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forecasting + sentiment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predictions.</a:t>
            </a:r>
          </a:p>
        </p:txBody>
      </p:sp>
    </p:spTree>
    <p:extLst>
      <p:ext uri="{BB962C8B-B14F-4D97-AF65-F5344CB8AC3E}">
        <p14:creationId xmlns:p14="http://schemas.microsoft.com/office/powerpoint/2010/main" val="38515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DAB2-E7E8-07D2-BB2F-E02C1FF9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6C7B2B-5B8B-B30E-57FF-565458279D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304640"/>
            <a:ext cx="1031239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Stock market prices change rapidly due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news,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performance, and investor emotions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Manual analysis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and inaccurate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Single-model predictions ignore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sentiment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There is a need for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intelligent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Predicts future stock prices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Analyzes market sentiment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Generates accurate trend signals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194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579C-01D1-1B39-4AB3-5CBFC677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9FCE01-07BE-049F-9485-0BD2AA2F5E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065867"/>
            <a:ext cx="10131425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. Stock Data Collection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Historical stock prices fetched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Yahoo Finance API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. News Data Collection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Financial news extracted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News RSS feeds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. Data Preprocessing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Data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Normalization 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MinMaxScaler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Sequence generation for LSTM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. Model Training &amp; Prediction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LSTM predicts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next-day stock price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FinBERT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sentiment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Final Trend Prediction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Combine both results to predict: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 / DOWN / NEUTRAL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09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EF8C-82E8-F4BE-F364-51E02CA2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8C3F5-1BE7-6239-21F2-E7E3FD2D6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/>
              <a:t>1  .LSTM (Long Short-Term Memory</a:t>
            </a:r>
            <a:r>
              <a:rPr lang="en-US" sz="7400" b="1" dirty="0"/>
              <a:t>)</a:t>
            </a:r>
          </a:p>
          <a:p>
            <a:r>
              <a:rPr lang="en-US" sz="7400" dirty="0"/>
              <a:t>Deep learning neural network for </a:t>
            </a:r>
            <a:r>
              <a:rPr lang="en-US" sz="7400" b="1" dirty="0"/>
              <a:t>time-series forecasting</a:t>
            </a:r>
            <a:endParaRPr lang="en-US" sz="7400" dirty="0"/>
          </a:p>
          <a:p>
            <a:r>
              <a:rPr lang="en-US" sz="7400" dirty="0"/>
              <a:t>Learns patterns from </a:t>
            </a:r>
            <a:r>
              <a:rPr lang="en-US" sz="7400" b="1" dirty="0"/>
              <a:t>historical stock prices</a:t>
            </a:r>
            <a:endParaRPr lang="en-US" sz="7400" dirty="0"/>
          </a:p>
          <a:p>
            <a:r>
              <a:rPr lang="en-US" sz="7400" dirty="0"/>
              <a:t>Remembers past data to predict </a:t>
            </a:r>
            <a:r>
              <a:rPr lang="en-US" sz="7400" b="1" dirty="0"/>
              <a:t>future prices</a:t>
            </a:r>
            <a:endParaRPr lang="en-US" sz="7400" dirty="0"/>
          </a:p>
          <a:p>
            <a:pPr marL="0" indent="0">
              <a:buNone/>
            </a:pPr>
            <a:r>
              <a:rPr lang="en-US" sz="9600" b="1" dirty="0"/>
              <a:t>2  . </a:t>
            </a:r>
            <a:r>
              <a:rPr lang="en-US" sz="9600" b="1" dirty="0" err="1"/>
              <a:t>FinBERT</a:t>
            </a:r>
            <a:endParaRPr lang="en-US" sz="9600" b="1" dirty="0"/>
          </a:p>
          <a:p>
            <a:r>
              <a:rPr lang="en-US" sz="7400" dirty="0"/>
              <a:t>Transformer-based NLP model</a:t>
            </a:r>
          </a:p>
          <a:p>
            <a:r>
              <a:rPr lang="en-US" sz="7400" dirty="0"/>
              <a:t>Trained specifically for </a:t>
            </a:r>
            <a:r>
              <a:rPr lang="en-US" sz="7400" b="1" dirty="0"/>
              <a:t>financial text analysis</a:t>
            </a:r>
            <a:endParaRPr lang="en-US" sz="7400" dirty="0"/>
          </a:p>
          <a:p>
            <a:r>
              <a:rPr lang="en-US" sz="7400" dirty="0"/>
              <a:t>Classifies news sentiment as:</a:t>
            </a:r>
          </a:p>
          <a:p>
            <a:pPr lvl="1"/>
            <a:r>
              <a:rPr lang="en-US" sz="7400" dirty="0"/>
              <a:t>Positive</a:t>
            </a:r>
          </a:p>
          <a:p>
            <a:pPr lvl="1"/>
            <a:r>
              <a:rPr lang="en-US" sz="7400" dirty="0"/>
              <a:t>Negative</a:t>
            </a:r>
          </a:p>
          <a:p>
            <a:pPr lvl="1"/>
            <a:r>
              <a:rPr lang="en-US" sz="7400" dirty="0"/>
              <a:t>Neutral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68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B037-F044-2FDE-74FE-E19F901F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B230CB-B0CD-714C-4322-19D0BA5BBF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073807"/>
            <a:ext cx="957672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LSTM predicts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next-day stock closing price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Model performance evaluated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RMSE (Root Mean Square Error)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R² Score (Accuracy measure)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FinBERT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analyzes multiple news headlines and generates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sentiment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Final 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Stock Trend → UP / DOWN / NEUTRAL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Results show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prediction accuracy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combining price + sentiment data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5124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{0800F58E-4C04-41DB-9B16-EF649D95C33A}TFb5ae2469-0bae-4978-b0e0-39dd046150ff9a115ede-a9c3cc5252b0</Template>
  <TotalTime>15</TotalTime>
  <Words>432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Stock Market Prediction and Sentiment Analysis using LSTM and FinBERT</vt:lpstr>
      <vt:lpstr>ABSTRACT</vt:lpstr>
      <vt:lpstr>INTRODUCTION </vt:lpstr>
      <vt:lpstr>PROBLEM STATEMENT</vt:lpstr>
      <vt:lpstr>METHODOLOGY</vt:lpstr>
      <vt:lpstr>MODELS USED</vt:lpstr>
      <vt:lpstr>RESULTS AND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Tanushree Rathore</dc:creator>
  <cp:lastModifiedBy>Tanushree Rathore</cp:lastModifiedBy>
  <cp:revision>1</cp:revision>
  <dcterms:created xsi:type="dcterms:W3CDTF">2026-02-22T03:48:15Z</dcterms:created>
  <dcterms:modified xsi:type="dcterms:W3CDTF">2026-02-22T04:03:28Z</dcterms:modified>
</cp:coreProperties>
</file>